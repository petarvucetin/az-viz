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1631F-4356-B601-B064-FFD906E1E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7C355-D23F-D2EC-0EDC-323D45A7F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758AF-F5F0-5475-D3EF-722C181D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C327F-63BE-5336-74D1-D7DCE1A8F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D0CAA-BCB6-2D92-D18E-96632AB37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9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AF97F-760A-100C-C296-CF7616CC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26472-57AB-BAB6-4B71-6CC11D198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DB442-6E2A-90F0-840C-446C97301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A3394-E9E7-BFE8-F1B4-0D7CF644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76BDE-48C9-60DF-46F2-C0AB29E4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1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1AA7-6DA1-1638-96C1-DD9C9AEC5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476B1-1C4C-121B-3118-F9156F98C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1B3C0-A8E6-80C2-ADF1-7586878C6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F3BE-ECD3-2690-F7BB-A8BCD078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B1574-58F7-29C8-A12D-9F1D1F9A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6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EA512-C319-DB5F-9B8C-95F94E7A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87FB8-E41D-7D56-4A80-D8C8C5D04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07063-03A5-D259-5402-A1760A10B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225DC-58E9-9BCB-A76B-E5E60575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1AB64-A9FF-1732-9BD3-CF324648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3E627-CA14-3D04-F2B9-D85C2FFD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8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32B2-8EDE-551C-D0B5-7E76D5ED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211EF-71B1-CDFB-3B68-BE0CF205B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7F55A-BADB-1B0F-6A1C-BFE7FA812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3443B-9EA1-9D01-C6F3-A06C5BDE7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1DC0DC-02BE-C6C5-C959-98DBD2B7A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929867-ED95-D686-8FC3-F29F7FD3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B16E48-CC18-4B8F-E892-69D363D6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ED5783-F6CA-4410-A895-7ED748A1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5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89DD-063D-DD77-E945-379343419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8DA91-3767-A42C-0810-FEB791FC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D9C90-BDE2-5AD9-55FE-0FF3713F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445655-C51F-AD4C-3DF7-FA80240D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4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1ABBA1-A042-3FBB-8D9D-8BCBF156E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F7018-EEC7-BFF6-B0CE-A582A0C62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9FAD7-5D41-4302-D40D-25FBD2E4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9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8B7B-7581-EF60-CDA9-5AA4CA106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C3C5F-B9D5-86DD-9F2A-1506F1A4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57061-78DA-AB2B-FDD2-A073C0908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A41A8-097A-404F-AADD-154FC0EEF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67971-0FF8-441A-A395-36417473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061AA-E3C8-AED1-1DA3-6D5DE576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09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981A1-FA8F-8EF3-19B6-7FAD71B84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2F529-3C62-AB3A-FCA7-798365C205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3802D-362E-F670-5D87-49978C2E1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766B6-FE40-23F5-01C6-73089E1DA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D5BD1-0F54-39E4-248B-23594982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7CB39-2255-A38D-1F07-51F590814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6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628F-0521-53FB-F50F-62424F2F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37F5D-62A4-096F-9D01-E788E3624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87B59-8399-34E7-1824-49CFA0C9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04FF7-3CA5-56FB-2025-BB188620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B4AD-9029-9335-6362-C88621C2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0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730ED3-CEDB-5BA2-19C7-834B22A09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2936B-7BEC-F12D-5BB9-EC5FB00B3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CA429-2FA6-6B71-5E70-B5D31A8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6F65-CCE6-3663-EF89-E0C3807BD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06E36-1C92-6B93-2771-EDC4079F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1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A8B3CD-78FB-3368-6895-81EBB87D7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35668-37DB-39E2-D573-010AC0FEC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27D6-6B5D-E3A7-B9C3-7FA02C962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32BEF-CE73-4E10-969A-A657231E3E0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FDE21-5862-3391-E882-0BFCF6973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C179D-716E-6DF8-6D49-E00DC6E84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DDB9FB-F959-426C-82F6-BFE082042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47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E583833-A275-160B-58B0-973C8F1B2E02}"/>
              </a:ext>
            </a:extLst>
          </p:cNvPr>
          <p:cNvGrpSpPr/>
          <p:nvPr/>
        </p:nvGrpSpPr>
        <p:grpSpPr>
          <a:xfrm>
            <a:off x="1355598" y="219456"/>
            <a:ext cx="7861554" cy="4636008"/>
            <a:chOff x="3465576" y="1389888"/>
            <a:chExt cx="2560320" cy="282549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72A4258-1106-7C12-D558-883DCD246B44}"/>
                </a:ext>
              </a:extLst>
            </p:cNvPr>
            <p:cNvSpPr/>
            <p:nvPr/>
          </p:nvSpPr>
          <p:spPr>
            <a:xfrm>
              <a:off x="3465576" y="1389888"/>
              <a:ext cx="2560320" cy="28254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5355AA-6B3B-B710-DFDE-3EF2456ED09F}"/>
                </a:ext>
              </a:extLst>
            </p:cNvPr>
            <p:cNvSpPr/>
            <p:nvPr/>
          </p:nvSpPr>
          <p:spPr>
            <a:xfrm>
              <a:off x="3465576" y="1389888"/>
              <a:ext cx="2560320" cy="502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lakeflow-mssql</a:t>
              </a:r>
              <a:endParaRPr lang="en-US" dirty="0"/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2A2BD8C-5C6F-2B51-2C83-8874B9A17E99}"/>
              </a:ext>
            </a:extLst>
          </p:cNvPr>
          <p:cNvSpPr/>
          <p:nvPr/>
        </p:nvSpPr>
        <p:spPr>
          <a:xfrm>
            <a:off x="1654302" y="3298262"/>
            <a:ext cx="1504950" cy="5351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tx1"/>
                </a:solidFill>
              </a:rPr>
              <a:t>snet</a:t>
            </a:r>
            <a:r>
              <a:rPr lang="en-US" sz="1000" b="1" dirty="0">
                <a:solidFill>
                  <a:schemeClr val="tx1"/>
                </a:solidFill>
              </a:rPr>
              <a:t>-app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rgbClr val="FF0000"/>
                </a:solidFill>
              </a:rPr>
              <a:t> 10.0.0.0/27 (32)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10.0.0.32 - 10.0.0.63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69D259F-0ACF-5684-EADB-9E3D0D5279D2}"/>
              </a:ext>
            </a:extLst>
          </p:cNvPr>
          <p:cNvGrpSpPr/>
          <p:nvPr/>
        </p:nvGrpSpPr>
        <p:grpSpPr>
          <a:xfrm>
            <a:off x="2714625" y="2258163"/>
            <a:ext cx="1362202" cy="535175"/>
            <a:chOff x="1797050" y="2295150"/>
            <a:chExt cx="1362202" cy="535175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279BE5D-4641-A09C-8C30-7E0398B9CC00}"/>
                </a:ext>
              </a:extLst>
            </p:cNvPr>
            <p:cNvSpPr/>
            <p:nvPr/>
          </p:nvSpPr>
          <p:spPr>
            <a:xfrm>
              <a:off x="1797050" y="2295150"/>
              <a:ext cx="1362202" cy="53517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 err="1">
                  <a:solidFill>
                    <a:schemeClr val="tx1"/>
                  </a:solidFill>
                </a:rPr>
                <a:t>vnet</a:t>
              </a:r>
              <a:r>
                <a:rPr lang="en-US" sz="1000" b="1" dirty="0">
                  <a:solidFill>
                    <a:schemeClr val="tx1"/>
                  </a:solidFill>
                </a:rPr>
                <a:t>-hub</a:t>
              </a:r>
              <a:br>
                <a:rPr lang="en-US" sz="1000" dirty="0">
                  <a:solidFill>
                    <a:schemeClr val="tx1"/>
                  </a:solidFill>
                </a:rPr>
              </a:br>
              <a:r>
                <a:rPr lang="en-US" sz="1000" dirty="0">
                  <a:solidFill>
                    <a:srgbClr val="FF0000"/>
                  </a:solidFill>
                </a:rPr>
                <a:t>10.0.0.0/26 (64)</a:t>
              </a:r>
              <a:br>
                <a:rPr lang="en-US" sz="1000" dirty="0">
                  <a:solidFill>
                    <a:schemeClr val="tx1"/>
                  </a:solidFill>
                </a:rPr>
              </a:br>
              <a:r>
                <a:rPr lang="en-US" sz="1000" dirty="0">
                  <a:solidFill>
                    <a:schemeClr val="tx1"/>
                  </a:solidFill>
                </a:rPr>
                <a:t>10.0.0.0 - 10.0.0.63</a:t>
              </a:r>
            </a:p>
          </p:txBody>
        </p:sp>
        <p:pic>
          <p:nvPicPr>
            <p:cNvPr id="1026" name="Picture 2" descr="Azure Virtual Network - Virtual Network Azure Icon Png,Azure Icon Set - free transparent png ...">
              <a:extLst>
                <a:ext uri="{FF2B5EF4-FFF2-40B4-BE49-F238E27FC236}">
                  <a16:creationId xmlns:a16="http://schemas.microsoft.com/office/drawing/2014/main" id="{F1A7CD8C-1D3E-EF96-5513-5F3573BF24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7050" y="2335645"/>
              <a:ext cx="485775" cy="212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D8A7B2-8C60-EFF2-B530-613E0BA16A2A}"/>
              </a:ext>
            </a:extLst>
          </p:cNvPr>
          <p:cNvGrpSpPr/>
          <p:nvPr/>
        </p:nvGrpSpPr>
        <p:grpSpPr>
          <a:xfrm>
            <a:off x="6331204" y="2298658"/>
            <a:ext cx="1362202" cy="535175"/>
            <a:chOff x="7405624" y="1368685"/>
            <a:chExt cx="1362202" cy="53517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084BAC5-DABE-0407-0511-A2AE2EBE97B2}"/>
                </a:ext>
              </a:extLst>
            </p:cNvPr>
            <p:cNvSpPr/>
            <p:nvPr/>
          </p:nvSpPr>
          <p:spPr>
            <a:xfrm>
              <a:off x="7405624" y="1368685"/>
              <a:ext cx="1362202" cy="53517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 err="1">
                  <a:solidFill>
                    <a:schemeClr val="tx1"/>
                  </a:solidFill>
                </a:rPr>
                <a:t>vnet</a:t>
              </a:r>
              <a:r>
                <a:rPr lang="en-US" sz="1000" b="1" dirty="0">
                  <a:solidFill>
                    <a:schemeClr val="tx1"/>
                  </a:solidFill>
                </a:rPr>
                <a:t>-hub</a:t>
              </a:r>
              <a:br>
                <a:rPr lang="en-US" sz="1000" dirty="0">
                  <a:solidFill>
                    <a:schemeClr val="tx1"/>
                  </a:solidFill>
                </a:rPr>
              </a:br>
              <a:r>
                <a:rPr lang="en-US" sz="1000" dirty="0">
                  <a:solidFill>
                    <a:srgbClr val="FF0000"/>
                  </a:solidFill>
                </a:rPr>
                <a:t>10.0.1.0/26 (64)</a:t>
              </a:r>
              <a:br>
                <a:rPr lang="en-US" sz="1000" dirty="0">
                  <a:solidFill>
                    <a:schemeClr val="tx1"/>
                  </a:solidFill>
                </a:rPr>
              </a:br>
              <a:r>
                <a:rPr lang="en-US" sz="1000" dirty="0">
                  <a:solidFill>
                    <a:schemeClr val="tx1"/>
                  </a:solidFill>
                </a:rPr>
                <a:t>10.0.1.0 - 10.0.1.63</a:t>
              </a:r>
            </a:p>
          </p:txBody>
        </p:sp>
        <p:pic>
          <p:nvPicPr>
            <p:cNvPr id="20" name="Picture 2" descr="Azure Virtual Network - Virtual Network Azure Icon Png,Azure Icon Set - free transparent png ...">
              <a:extLst>
                <a:ext uri="{FF2B5EF4-FFF2-40B4-BE49-F238E27FC236}">
                  <a16:creationId xmlns:a16="http://schemas.microsoft.com/office/drawing/2014/main" id="{123D1206-847D-55AA-7AAA-7C0E6F7610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5624" y="1396966"/>
              <a:ext cx="485775" cy="212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46BCDB6-5FB2-BEEA-2329-3CFC3D338117}"/>
              </a:ext>
            </a:extLst>
          </p:cNvPr>
          <p:cNvCxnSpPr>
            <a:cxnSpLocks/>
            <a:stCxn id="11" idx="2"/>
            <a:endCxn id="19" idx="0"/>
          </p:cNvCxnSpPr>
          <p:nvPr/>
        </p:nvCxnSpPr>
        <p:spPr>
          <a:xfrm rot="5400000">
            <a:off x="2648790" y="2551326"/>
            <a:ext cx="504924" cy="98894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469E950-F9BC-D1EF-CE02-92193BCC1CA0}"/>
              </a:ext>
            </a:extLst>
          </p:cNvPr>
          <p:cNvSpPr/>
          <p:nvPr/>
        </p:nvSpPr>
        <p:spPr>
          <a:xfrm>
            <a:off x="3324352" y="3298261"/>
            <a:ext cx="1504950" cy="5351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tx1"/>
                </a:solidFill>
              </a:rPr>
              <a:t>GatewaySubnet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rgbClr val="FF0000"/>
                </a:solidFill>
              </a:rPr>
              <a:t> 10.0.0.32/27 (32)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10.0.0.32 - 10.0.0.63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22BD802-7E07-3C13-1659-7FB1FC4C2212}"/>
              </a:ext>
            </a:extLst>
          </p:cNvPr>
          <p:cNvCxnSpPr>
            <a:cxnSpLocks/>
            <a:stCxn id="11" idx="2"/>
            <a:endCxn id="28" idx="0"/>
          </p:cNvCxnSpPr>
          <p:nvPr/>
        </p:nvCxnSpPr>
        <p:spPr>
          <a:xfrm rot="16200000" flipH="1">
            <a:off x="3483815" y="2705248"/>
            <a:ext cx="504923" cy="6811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B70372-0750-0E9C-BE5C-967DFC5E941A}"/>
              </a:ext>
            </a:extLst>
          </p:cNvPr>
          <p:cNvSpPr/>
          <p:nvPr/>
        </p:nvSpPr>
        <p:spPr>
          <a:xfrm>
            <a:off x="5488494" y="3161412"/>
            <a:ext cx="1504950" cy="5351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tx1"/>
                </a:solidFill>
              </a:rPr>
              <a:t>dns</a:t>
            </a:r>
            <a:r>
              <a:rPr lang="en-US" sz="1000" b="1" dirty="0">
                <a:solidFill>
                  <a:schemeClr val="tx1"/>
                </a:solidFill>
              </a:rPr>
              <a:t>-resolver-in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rgbClr val="FF0000"/>
                </a:solidFill>
              </a:rPr>
              <a:t> 10.0.1.0/28 (16)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10.0.1.0 - 10.0.1.15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5FB66CB-510F-A208-3FC4-46D62483EA2D}"/>
              </a:ext>
            </a:extLst>
          </p:cNvPr>
          <p:cNvSpPr/>
          <p:nvPr/>
        </p:nvSpPr>
        <p:spPr>
          <a:xfrm>
            <a:off x="7164894" y="3161412"/>
            <a:ext cx="1504950" cy="5351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tx1"/>
                </a:solidFill>
              </a:rPr>
              <a:t>dns</a:t>
            </a:r>
            <a:r>
              <a:rPr lang="en-US" sz="1000" b="1" dirty="0">
                <a:solidFill>
                  <a:schemeClr val="tx1"/>
                </a:solidFill>
              </a:rPr>
              <a:t>-resolver-in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rgbClr val="FF0000"/>
                </a:solidFill>
              </a:rPr>
              <a:t> 10.0.1.16/28 (16)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10.0.1.0 - 10.0.1.15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1AC7DDFE-C1DA-8518-6B78-0574D65AEF15}"/>
              </a:ext>
            </a:extLst>
          </p:cNvPr>
          <p:cNvCxnSpPr>
            <a:cxnSpLocks/>
            <a:stCxn id="18" idx="2"/>
            <a:endCxn id="34" idx="0"/>
          </p:cNvCxnSpPr>
          <p:nvPr/>
        </p:nvCxnSpPr>
        <p:spPr>
          <a:xfrm rot="5400000">
            <a:off x="6462848" y="2611954"/>
            <a:ext cx="327579" cy="7713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80DA33B-3B0D-7575-59D7-CBEA0CF500FB}"/>
              </a:ext>
            </a:extLst>
          </p:cNvPr>
          <p:cNvCxnSpPr>
            <a:cxnSpLocks/>
            <a:stCxn id="18" idx="2"/>
            <a:endCxn id="35" idx="0"/>
          </p:cNvCxnSpPr>
          <p:nvPr/>
        </p:nvCxnSpPr>
        <p:spPr>
          <a:xfrm rot="16200000" flipH="1">
            <a:off x="7301048" y="2545090"/>
            <a:ext cx="327579" cy="905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077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Petar Vucetin</dc:creator>
  <cp:lastModifiedBy>Petar Vucetin</cp:lastModifiedBy>
  <cp:revision>2</cp:revision>
  <dcterms:created xsi:type="dcterms:W3CDTF">2026-04-19T17:03:11Z</dcterms:created>
  <dcterms:modified xsi:type="dcterms:W3CDTF">2026-04-19T17:23:48Z</dcterms:modified>
</cp:coreProperties>
</file>